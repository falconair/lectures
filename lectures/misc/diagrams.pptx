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6"/>
    <p:restoredTop sz="94673"/>
  </p:normalViewPr>
  <p:slideViewPr>
    <p:cSldViewPr snapToGrid="0">
      <p:cViewPr varScale="1">
        <p:scale>
          <a:sx n="152" d="100"/>
          <a:sy n="152" d="100"/>
        </p:scale>
        <p:origin x="192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B00E-316C-737D-4AE8-37F6118D7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604CE-895B-71F2-A17E-6605FEC77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294E-0CA7-0AA9-45E2-9691F669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21E77-3C83-DD26-68E3-E945BAB15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01580-CD37-5026-7CC8-513EEA15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2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C384-497D-05EA-3304-68F53DD3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F3BD-95DE-41FB-107A-99FAAE464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C795F-92BC-649B-BE25-047594ED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18C0-A063-914C-80F7-5E563953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8083C-DE09-1985-FDB1-D513FBD3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55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5420-9D9A-F741-2E2D-78ABD5FE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18BC0-A597-0AC9-8586-2D96781C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C426D-ACDF-21E5-A23A-AE445522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4D88-BFA9-1556-4180-0159220D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1B3FA-24C5-8259-088D-C2F173F2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8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8B58-73F4-715A-9929-2C2BD204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76D9D-D113-AAE1-2A00-F3DAF0452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3494C-5C89-3B5E-B6B7-A3E4EF407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F69F2-C8D6-8B23-16D3-E40396FC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593DD-86E9-7FCC-29A4-644F34E1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8E2C3-10A5-DAE7-6C12-069A6808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3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35D6-4CB0-D81C-EAF4-35366244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0F7C-F096-29E7-853C-09AA81484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B07E4-48FD-4441-F790-1CBAEC044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BEB027-DAD5-3407-BBFB-9B1A3C118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7B3FEF-AF7D-F140-B01F-0D0719A39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0E676-FF9D-4619-EF7C-BCD1228D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B3CA0E-73BE-4673-53F6-C7C614A15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B09B7-1C29-A03A-75FA-D61B1E06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67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AD79-A163-6BF3-A9F6-1D95E166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0EE04-9107-03E5-0DE0-AD615305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4A600-16CF-7EBC-9751-97FFF33D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6BFA9-4A48-960F-2F19-754DF335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8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6705F-4BD1-109B-239E-F1B5F00C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A9453-D660-4213-6927-901DA4C5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3221-C1B4-A847-5F63-1F32F787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1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250A-A633-7BBC-85CC-56C2EA08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D1B7-D173-CAC6-788F-4518554F9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89181-1F21-0C1F-F387-897D99CA2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88EAA-FF76-E062-E3A1-F6E38693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CA1A4-A815-4195-08C9-DF89DEFD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6DEFD-5074-E39F-D67A-D3793FA0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3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A570-DE65-DD0A-17E8-A42DB1A6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C8478F-F16B-B736-EF5E-D2EC17BB7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7A3B5-84EE-3C3F-2677-92D5750C7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6C458-DA35-1EEF-32DB-6B0C30553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57AF7-D4DE-731C-0B30-A037EEF3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18261-AB7C-8132-B328-845CC879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8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3D55-B37D-8626-AD55-6917C72C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B423B-0C4A-F5E5-5B44-07CDB82A3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41CE-90C2-36AC-FDCE-0B0B45F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D739-8CFD-E2FE-7A83-14570818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00A5A-F0E3-7719-2B6C-AE9FAC0A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7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8C2AB-F099-83FE-259E-6831E6165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EFE85-472D-CC1B-1713-4D37171D2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243CD-CE32-A72A-7CAE-0957E74B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6BF5D-8DB6-BF7B-9FD1-82DA3301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99E8B-BCBB-45C8-6D14-79DD37AC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2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69EDB-F215-9F04-B785-EB01BDCE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FD7C2-4FAB-7493-3EB8-B5A70CCC7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1179C-3FF1-60DA-805F-CE455C99D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DD9A1-6B68-B44C-82DB-B30E02669515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EF510-9849-02D2-B684-2B5E38226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EC2FA-E75E-9B52-A405-8EDB3B7AC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4862B-EC81-964A-BAEA-A2F53AA44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3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809C1-E56C-DCD4-8F99-5197C732D9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08E0A-9872-3837-87CF-D5408140DB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4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Programmer female outline">
            <a:extLst>
              <a:ext uri="{FF2B5EF4-FFF2-40B4-BE49-F238E27FC236}">
                <a16:creationId xmlns:a16="http://schemas.microsoft.com/office/drawing/2014/main" id="{DE77F07C-DF20-62FD-FB91-7F38E8113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0492" y="3867218"/>
            <a:ext cx="914400" cy="914400"/>
          </a:xfrm>
          <a:prstGeom prst="rect">
            <a:avLst/>
          </a:prstGeom>
        </p:spPr>
      </p:pic>
      <p:pic>
        <p:nvPicPr>
          <p:cNvPr id="10" name="Graphic 9" descr="Programmer male outline">
            <a:extLst>
              <a:ext uri="{FF2B5EF4-FFF2-40B4-BE49-F238E27FC236}">
                <a16:creationId xmlns:a16="http://schemas.microsoft.com/office/drawing/2014/main" id="{4F8CDD18-EC3C-9FF1-A421-0CFCBC7D6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4892" y="3867218"/>
            <a:ext cx="914400" cy="914400"/>
          </a:xfrm>
          <a:prstGeom prst="rect">
            <a:avLst/>
          </a:prstGeom>
        </p:spPr>
      </p:pic>
      <p:pic>
        <p:nvPicPr>
          <p:cNvPr id="14" name="Graphic 13" descr="Programmer male with solid fill">
            <a:extLst>
              <a:ext uri="{FF2B5EF4-FFF2-40B4-BE49-F238E27FC236}">
                <a16:creationId xmlns:a16="http://schemas.microsoft.com/office/drawing/2014/main" id="{4351DB16-18CC-4A1E-215E-A0A4A2EAD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3654" y="2393846"/>
            <a:ext cx="914400" cy="914400"/>
          </a:xfrm>
          <a:prstGeom prst="rect">
            <a:avLst/>
          </a:prstGeom>
        </p:spPr>
      </p:pic>
      <p:pic>
        <p:nvPicPr>
          <p:cNvPr id="16" name="Graphic 15" descr="Programmer female with solid fill">
            <a:extLst>
              <a:ext uri="{FF2B5EF4-FFF2-40B4-BE49-F238E27FC236}">
                <a16:creationId xmlns:a16="http://schemas.microsoft.com/office/drawing/2014/main" id="{BE27AB50-D24E-AD44-B577-178DF0B50E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9505" y="3867218"/>
            <a:ext cx="914400" cy="914400"/>
          </a:xfrm>
          <a:prstGeom prst="rect">
            <a:avLst/>
          </a:prstGeom>
        </p:spPr>
      </p:pic>
      <p:pic>
        <p:nvPicPr>
          <p:cNvPr id="18" name="Graphic 17" descr="Programmer male with solid fill">
            <a:extLst>
              <a:ext uri="{FF2B5EF4-FFF2-40B4-BE49-F238E27FC236}">
                <a16:creationId xmlns:a16="http://schemas.microsoft.com/office/drawing/2014/main" id="{9026B816-8EF6-A26B-3C03-3F8FEA1A6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0279" y="4781618"/>
            <a:ext cx="914400" cy="914400"/>
          </a:xfrm>
          <a:prstGeom prst="rect">
            <a:avLst/>
          </a:prstGeom>
        </p:spPr>
      </p:pic>
      <p:pic>
        <p:nvPicPr>
          <p:cNvPr id="19" name="Graphic 18" descr="Programmer male outline">
            <a:extLst>
              <a:ext uri="{FF2B5EF4-FFF2-40B4-BE49-F238E27FC236}">
                <a16:creationId xmlns:a16="http://schemas.microsoft.com/office/drawing/2014/main" id="{B1AD3DEC-1A53-B0C4-19D7-6DA334C2EF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4892" y="4781618"/>
            <a:ext cx="914400" cy="914400"/>
          </a:xfrm>
          <a:prstGeom prst="rect">
            <a:avLst/>
          </a:prstGeom>
        </p:spPr>
      </p:pic>
      <p:pic>
        <p:nvPicPr>
          <p:cNvPr id="20" name="Graphic 19" descr="Programmer female with solid fill">
            <a:extLst>
              <a:ext uri="{FF2B5EF4-FFF2-40B4-BE49-F238E27FC236}">
                <a16:creationId xmlns:a16="http://schemas.microsoft.com/office/drawing/2014/main" id="{5652334F-B99F-5DEF-46D0-E08350E32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9505" y="4781618"/>
            <a:ext cx="914400" cy="9144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144139B-3475-9607-F42A-6E3790E70E26}"/>
              </a:ext>
            </a:extLst>
          </p:cNvPr>
          <p:cNvSpPr/>
          <p:nvPr/>
        </p:nvSpPr>
        <p:spPr>
          <a:xfrm>
            <a:off x="5576814" y="3804301"/>
            <a:ext cx="2952925" cy="2007066"/>
          </a:xfrm>
          <a:prstGeom prst="roundRect">
            <a:avLst/>
          </a:prstGeom>
          <a:noFill/>
          <a:ln>
            <a:solidFill>
              <a:srgbClr val="46596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6596E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383B7-B838-81EE-6DD5-14E239A8E16C}"/>
              </a:ext>
            </a:extLst>
          </p:cNvPr>
          <p:cNvSpPr txBox="1"/>
          <p:nvPr/>
        </p:nvSpPr>
        <p:spPr>
          <a:xfrm>
            <a:off x="6059712" y="5815561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6596E"/>
                </a:solidFill>
                <a:latin typeface="Georgia" panose="02040502050405020303" pitchFamily="18" charset="0"/>
              </a:rPr>
              <a:t>U Chicago Wi-Fi</a:t>
            </a:r>
          </a:p>
        </p:txBody>
      </p:sp>
      <p:pic>
        <p:nvPicPr>
          <p:cNvPr id="23" name="Graphic 22" descr="Programmer male with solid fill">
            <a:extLst>
              <a:ext uri="{FF2B5EF4-FFF2-40B4-BE49-F238E27FC236}">
                <a16:creationId xmlns:a16="http://schemas.microsoft.com/office/drawing/2014/main" id="{F28BA0DE-36D8-1E5A-A64C-4E9B74FE5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857773"/>
            <a:ext cx="914400" cy="914400"/>
          </a:xfrm>
          <a:prstGeom prst="rect">
            <a:avLst/>
          </a:prstGeom>
        </p:spPr>
      </p:pic>
      <p:pic>
        <p:nvPicPr>
          <p:cNvPr id="24" name="Graphic 23" descr="Programmer female outline">
            <a:extLst>
              <a:ext uri="{FF2B5EF4-FFF2-40B4-BE49-F238E27FC236}">
                <a16:creationId xmlns:a16="http://schemas.microsoft.com/office/drawing/2014/main" id="{063FE15A-5EB8-BBBE-B8EA-A9C048037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0822" y="857773"/>
            <a:ext cx="914400" cy="914400"/>
          </a:xfrm>
          <a:prstGeom prst="rect">
            <a:avLst/>
          </a:prstGeom>
        </p:spPr>
      </p:pic>
      <p:pic>
        <p:nvPicPr>
          <p:cNvPr id="25" name="Graphic 24" descr="Programmer female outline">
            <a:extLst>
              <a:ext uri="{FF2B5EF4-FFF2-40B4-BE49-F238E27FC236}">
                <a16:creationId xmlns:a16="http://schemas.microsoft.com/office/drawing/2014/main" id="{3E81100C-B07C-4D6B-9A9F-A86107FBA2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6422" y="2118220"/>
            <a:ext cx="914400" cy="914400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F3A608D-32AA-56AF-BB29-5CE8155AF067}"/>
              </a:ext>
            </a:extLst>
          </p:cNvPr>
          <p:cNvSpPr/>
          <p:nvPr/>
        </p:nvSpPr>
        <p:spPr>
          <a:xfrm>
            <a:off x="7450822" y="814781"/>
            <a:ext cx="879446" cy="1064353"/>
          </a:xfrm>
          <a:prstGeom prst="roundRect">
            <a:avLst/>
          </a:prstGeom>
          <a:noFill/>
          <a:ln>
            <a:solidFill>
              <a:srgbClr val="46596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6596E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E76513C-2E72-81F9-5F3C-E4F4107FC3E2}"/>
              </a:ext>
            </a:extLst>
          </p:cNvPr>
          <p:cNvSpPr/>
          <p:nvPr/>
        </p:nvSpPr>
        <p:spPr>
          <a:xfrm>
            <a:off x="5630412" y="814780"/>
            <a:ext cx="879446" cy="1064353"/>
          </a:xfrm>
          <a:prstGeom prst="roundRect">
            <a:avLst/>
          </a:prstGeom>
          <a:noFill/>
          <a:ln>
            <a:solidFill>
              <a:srgbClr val="46596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6596E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23E5A42-E5C1-40C2-0ABF-3CD242A2FEC1}"/>
              </a:ext>
            </a:extLst>
          </p:cNvPr>
          <p:cNvSpPr/>
          <p:nvPr/>
        </p:nvSpPr>
        <p:spPr>
          <a:xfrm>
            <a:off x="6544811" y="2118220"/>
            <a:ext cx="879446" cy="1064353"/>
          </a:xfrm>
          <a:prstGeom prst="roundRect">
            <a:avLst/>
          </a:prstGeom>
          <a:noFill/>
          <a:ln>
            <a:solidFill>
              <a:srgbClr val="46596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6596E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382260-9923-3C4D-200F-2BC340D3D9A6}"/>
              </a:ext>
            </a:extLst>
          </p:cNvPr>
          <p:cNvSpPr txBox="1"/>
          <p:nvPr/>
        </p:nvSpPr>
        <p:spPr>
          <a:xfrm>
            <a:off x="6489182" y="3144580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6596E"/>
                </a:solidFill>
                <a:latin typeface="Georgia" panose="02040502050405020303" pitchFamily="18" charset="0"/>
              </a:rPr>
              <a:t>Home Wi-Fi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88722-156B-B785-C6CC-A511846BDE08}"/>
              </a:ext>
            </a:extLst>
          </p:cNvPr>
          <p:cNvSpPr txBox="1"/>
          <p:nvPr/>
        </p:nvSpPr>
        <p:spPr>
          <a:xfrm>
            <a:off x="5572086" y="1851517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6596E"/>
                </a:solidFill>
                <a:latin typeface="Georgia" panose="02040502050405020303" pitchFamily="18" charset="0"/>
              </a:rPr>
              <a:t>Home Wi-Fi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E0741A-3F97-4454-B03D-78A9250337F7}"/>
              </a:ext>
            </a:extLst>
          </p:cNvPr>
          <p:cNvSpPr txBox="1"/>
          <p:nvPr/>
        </p:nvSpPr>
        <p:spPr>
          <a:xfrm>
            <a:off x="7372854" y="1851517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6596E"/>
                </a:solidFill>
                <a:latin typeface="Georgia" panose="02040502050405020303" pitchFamily="18" charset="0"/>
              </a:rPr>
              <a:t>Home Wi-Fi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AC83A1-3847-8D41-ECBB-6FF9895C3779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823683" y="2915870"/>
            <a:ext cx="1753131" cy="189196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2FE147-6B0D-DC44-DE72-19DCC4DF6E85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3861732" y="2650397"/>
            <a:ext cx="2683079" cy="200649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43CC0F-4C82-49BA-255B-6CB8F713A07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3835167" y="1346957"/>
            <a:ext cx="1795245" cy="145445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78D8F1-BDF6-D642-5D5A-739A4D6E55E3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3835167" y="1346958"/>
            <a:ext cx="3615655" cy="1498655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22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7A4D-E8F9-F929-0486-A9786112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6596E"/>
                </a:solidFill>
                <a:latin typeface="Georgia" panose="02040502050405020303" pitchFamily="18" charset="0"/>
              </a:rPr>
              <a:t>Task Parallelism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3F206FD-2A92-2A06-1C4C-F1A5A8A48014}"/>
              </a:ext>
            </a:extLst>
          </p:cNvPr>
          <p:cNvSpPr/>
          <p:nvPr/>
        </p:nvSpPr>
        <p:spPr>
          <a:xfrm>
            <a:off x="725720" y="1930829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44BCA8E-A2A3-C10F-F022-BB138E5C1150}"/>
              </a:ext>
            </a:extLst>
          </p:cNvPr>
          <p:cNvSpPr/>
          <p:nvPr/>
        </p:nvSpPr>
        <p:spPr>
          <a:xfrm>
            <a:off x="845287" y="2107210"/>
            <a:ext cx="1032642" cy="8362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9217531-967D-0084-0CF9-9DEAA5967710}"/>
              </a:ext>
            </a:extLst>
          </p:cNvPr>
          <p:cNvSpPr/>
          <p:nvPr/>
        </p:nvSpPr>
        <p:spPr>
          <a:xfrm>
            <a:off x="1859522" y="2107210"/>
            <a:ext cx="2654747" cy="8362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A388DC8-048F-C3D9-04DB-082A996B5F41}"/>
              </a:ext>
            </a:extLst>
          </p:cNvPr>
          <p:cNvSpPr/>
          <p:nvPr/>
        </p:nvSpPr>
        <p:spPr>
          <a:xfrm>
            <a:off x="725720" y="3351708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05A4DB0-6C69-498F-D812-1D05613CD4FC}"/>
              </a:ext>
            </a:extLst>
          </p:cNvPr>
          <p:cNvSpPr/>
          <p:nvPr/>
        </p:nvSpPr>
        <p:spPr>
          <a:xfrm>
            <a:off x="962733" y="3528089"/>
            <a:ext cx="1032642" cy="8362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46DADB3-AF72-4387-64CF-34468E216CE2}"/>
              </a:ext>
            </a:extLst>
          </p:cNvPr>
          <p:cNvSpPr/>
          <p:nvPr/>
        </p:nvSpPr>
        <p:spPr>
          <a:xfrm>
            <a:off x="1976969" y="3528089"/>
            <a:ext cx="1032642" cy="8362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 shard1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C241471-DD08-3CAF-C80F-07B8264E5BBD}"/>
              </a:ext>
            </a:extLst>
          </p:cNvPr>
          <p:cNvSpPr/>
          <p:nvPr/>
        </p:nvSpPr>
        <p:spPr>
          <a:xfrm>
            <a:off x="3394817" y="3351708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5BCF6EE-7958-02B5-081E-D850C88DCE86}"/>
              </a:ext>
            </a:extLst>
          </p:cNvPr>
          <p:cNvSpPr/>
          <p:nvPr/>
        </p:nvSpPr>
        <p:spPr>
          <a:xfrm>
            <a:off x="3631830" y="3528089"/>
            <a:ext cx="1032642" cy="8362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3CF276F-20DC-B072-3F54-8E9A17C838CC}"/>
              </a:ext>
            </a:extLst>
          </p:cNvPr>
          <p:cNvSpPr/>
          <p:nvPr/>
        </p:nvSpPr>
        <p:spPr>
          <a:xfrm>
            <a:off x="4646066" y="3528089"/>
            <a:ext cx="1032642" cy="8362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 shard 2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A47D99A-1E5E-277A-28BB-E3C80FD47A70}"/>
              </a:ext>
            </a:extLst>
          </p:cNvPr>
          <p:cNvSpPr/>
          <p:nvPr/>
        </p:nvSpPr>
        <p:spPr>
          <a:xfrm>
            <a:off x="6063914" y="3351708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B76217E-5407-BF3B-92AC-F06770D7E6AF}"/>
              </a:ext>
            </a:extLst>
          </p:cNvPr>
          <p:cNvSpPr/>
          <p:nvPr/>
        </p:nvSpPr>
        <p:spPr>
          <a:xfrm>
            <a:off x="6300927" y="3528089"/>
            <a:ext cx="1032642" cy="8362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B075C88-92FF-CA57-5E45-2ECAA088F4E8}"/>
              </a:ext>
            </a:extLst>
          </p:cNvPr>
          <p:cNvSpPr/>
          <p:nvPr/>
        </p:nvSpPr>
        <p:spPr>
          <a:xfrm>
            <a:off x="7315163" y="3528089"/>
            <a:ext cx="1032642" cy="8362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 shard 3</a:t>
            </a:r>
          </a:p>
        </p:txBody>
      </p:sp>
    </p:spTree>
    <p:extLst>
      <p:ext uri="{BB962C8B-B14F-4D97-AF65-F5344CB8AC3E}">
        <p14:creationId xmlns:p14="http://schemas.microsoft.com/office/powerpoint/2010/main" val="8922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4332-697F-E9B6-339C-1262F065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C3AC-CA9C-3729-15DA-FBCE197C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6596E"/>
                </a:solidFill>
                <a:latin typeface="Georgia" panose="02040502050405020303" pitchFamily="18" charset="0"/>
              </a:rPr>
              <a:t>Data Parallelism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F8192D-868B-518A-D47A-296F58918EDA}"/>
              </a:ext>
            </a:extLst>
          </p:cNvPr>
          <p:cNvSpPr/>
          <p:nvPr/>
        </p:nvSpPr>
        <p:spPr>
          <a:xfrm>
            <a:off x="4403950" y="5069954"/>
            <a:ext cx="2508032" cy="7104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Computer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7B230B-247E-4742-165D-EC554B3A55DF}"/>
              </a:ext>
            </a:extLst>
          </p:cNvPr>
          <p:cNvSpPr/>
          <p:nvPr/>
        </p:nvSpPr>
        <p:spPr>
          <a:xfrm>
            <a:off x="4625324" y="4432185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CF79AE-587D-96B4-BE1E-A34581701DDC}"/>
              </a:ext>
            </a:extLst>
          </p:cNvPr>
          <p:cNvSpPr/>
          <p:nvPr/>
        </p:nvSpPr>
        <p:spPr>
          <a:xfrm>
            <a:off x="5748617" y="4432185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08110A-2674-6260-7029-7C53FC86FD93}"/>
              </a:ext>
            </a:extLst>
          </p:cNvPr>
          <p:cNvSpPr/>
          <p:nvPr/>
        </p:nvSpPr>
        <p:spPr>
          <a:xfrm>
            <a:off x="737165" y="2703336"/>
            <a:ext cx="2508032" cy="36615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7F0360-E6C5-381A-FB20-5A02ABA5B699}"/>
              </a:ext>
            </a:extLst>
          </p:cNvPr>
          <p:cNvSpPr/>
          <p:nvPr/>
        </p:nvSpPr>
        <p:spPr>
          <a:xfrm>
            <a:off x="998266" y="2955121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EA4EA2-0AF8-1FCB-4A3A-D4184AC9CBB8}"/>
              </a:ext>
            </a:extLst>
          </p:cNvPr>
          <p:cNvSpPr/>
          <p:nvPr/>
        </p:nvSpPr>
        <p:spPr>
          <a:xfrm>
            <a:off x="2012502" y="2955121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89BBC6-DC8C-340B-F9A0-EF06228A49F1}"/>
              </a:ext>
            </a:extLst>
          </p:cNvPr>
          <p:cNvSpPr/>
          <p:nvPr/>
        </p:nvSpPr>
        <p:spPr>
          <a:xfrm>
            <a:off x="4259433" y="4275531"/>
            <a:ext cx="2879834" cy="1644160"/>
          </a:xfrm>
          <a:prstGeom prst="rect">
            <a:avLst/>
          </a:prstGeom>
          <a:noFill/>
          <a:ln>
            <a:solidFill>
              <a:srgbClr val="46596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19221-6EA3-A1D5-4611-6035495F6716}"/>
              </a:ext>
            </a:extLst>
          </p:cNvPr>
          <p:cNvSpPr txBox="1"/>
          <p:nvPr/>
        </p:nvSpPr>
        <p:spPr>
          <a:xfrm rot="16200000">
            <a:off x="281711" y="4404092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6596E"/>
                </a:solidFill>
                <a:latin typeface="Georgia" panose="02040502050405020303" pitchFamily="18" charset="0"/>
              </a:rPr>
              <a:t>Time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342710-A19E-3D7E-C7A6-72A820A1B91B}"/>
              </a:ext>
            </a:extLst>
          </p:cNvPr>
          <p:cNvSpPr/>
          <p:nvPr/>
        </p:nvSpPr>
        <p:spPr>
          <a:xfrm>
            <a:off x="998266" y="3494489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DAFE29-3D11-5E16-217D-7F004BD0427D}"/>
              </a:ext>
            </a:extLst>
          </p:cNvPr>
          <p:cNvSpPr/>
          <p:nvPr/>
        </p:nvSpPr>
        <p:spPr>
          <a:xfrm>
            <a:off x="2012502" y="3494489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44071E-0FAA-0D18-F7F7-C423274405E9}"/>
              </a:ext>
            </a:extLst>
          </p:cNvPr>
          <p:cNvSpPr/>
          <p:nvPr/>
        </p:nvSpPr>
        <p:spPr>
          <a:xfrm>
            <a:off x="998266" y="4053182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3C4B46-5527-E8C5-5E01-8A28D24834DE}"/>
              </a:ext>
            </a:extLst>
          </p:cNvPr>
          <p:cNvSpPr/>
          <p:nvPr/>
        </p:nvSpPr>
        <p:spPr>
          <a:xfrm>
            <a:off x="2012502" y="4053182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85FD21F-8F3B-342D-9627-AE4AD7F77EDB}"/>
              </a:ext>
            </a:extLst>
          </p:cNvPr>
          <p:cNvSpPr/>
          <p:nvPr/>
        </p:nvSpPr>
        <p:spPr>
          <a:xfrm>
            <a:off x="998266" y="4611875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44E9E4-06E7-F18D-8D7B-A5A627B51E39}"/>
              </a:ext>
            </a:extLst>
          </p:cNvPr>
          <p:cNvSpPr/>
          <p:nvPr/>
        </p:nvSpPr>
        <p:spPr>
          <a:xfrm>
            <a:off x="2012502" y="4611875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5F025D-EAAE-2182-FA95-EF1166655C5C}"/>
              </a:ext>
            </a:extLst>
          </p:cNvPr>
          <p:cNvCxnSpPr/>
          <p:nvPr/>
        </p:nvCxnSpPr>
        <p:spPr>
          <a:xfrm>
            <a:off x="644183" y="3108462"/>
            <a:ext cx="0" cy="2667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C58664B-1F43-0C67-E8CD-C348B4F61DC1}"/>
              </a:ext>
            </a:extLst>
          </p:cNvPr>
          <p:cNvSpPr/>
          <p:nvPr/>
        </p:nvSpPr>
        <p:spPr>
          <a:xfrm>
            <a:off x="988862" y="5170568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6697ECB-7958-CA14-3B24-26C8C98D4BBE}"/>
              </a:ext>
            </a:extLst>
          </p:cNvPr>
          <p:cNvSpPr/>
          <p:nvPr/>
        </p:nvSpPr>
        <p:spPr>
          <a:xfrm>
            <a:off x="2003098" y="5170568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18C7323-34E7-D5D9-F4A0-43D750EA938E}"/>
              </a:ext>
            </a:extLst>
          </p:cNvPr>
          <p:cNvSpPr/>
          <p:nvPr/>
        </p:nvSpPr>
        <p:spPr>
          <a:xfrm>
            <a:off x="988862" y="5686328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01E6247-F60C-FCA6-22A2-A556A39F58D6}"/>
              </a:ext>
            </a:extLst>
          </p:cNvPr>
          <p:cNvSpPr/>
          <p:nvPr/>
        </p:nvSpPr>
        <p:spPr>
          <a:xfrm>
            <a:off x="2003098" y="5686328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D86E30D-EB91-1D02-5A65-8F576D9AE981}"/>
              </a:ext>
            </a:extLst>
          </p:cNvPr>
          <p:cNvSpPr/>
          <p:nvPr/>
        </p:nvSpPr>
        <p:spPr>
          <a:xfrm>
            <a:off x="3357065" y="1577700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E9CC5D1-CBBA-62BE-827E-B2B0EF4B4537}"/>
              </a:ext>
            </a:extLst>
          </p:cNvPr>
          <p:cNvSpPr/>
          <p:nvPr/>
        </p:nvSpPr>
        <p:spPr>
          <a:xfrm>
            <a:off x="5967440" y="1577699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68BEDA5-07BA-3543-0544-CF96856D2505}"/>
              </a:ext>
            </a:extLst>
          </p:cNvPr>
          <p:cNvSpPr/>
          <p:nvPr/>
        </p:nvSpPr>
        <p:spPr>
          <a:xfrm>
            <a:off x="8577815" y="1577699"/>
            <a:ext cx="2508032" cy="11256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6596E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ABB8E7E-C1E4-E180-1FF8-2A0C3185999D}"/>
              </a:ext>
            </a:extLst>
          </p:cNvPr>
          <p:cNvSpPr/>
          <p:nvPr/>
        </p:nvSpPr>
        <p:spPr>
          <a:xfrm>
            <a:off x="3611088" y="1657233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8A4E0D7-1F2F-9FAC-F14C-3F895A21AAD1}"/>
              </a:ext>
            </a:extLst>
          </p:cNvPr>
          <p:cNvSpPr/>
          <p:nvPr/>
        </p:nvSpPr>
        <p:spPr>
          <a:xfrm>
            <a:off x="4625324" y="1657233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26326D-E6E5-3688-1AC9-C7AA705161B0}"/>
              </a:ext>
            </a:extLst>
          </p:cNvPr>
          <p:cNvSpPr/>
          <p:nvPr/>
        </p:nvSpPr>
        <p:spPr>
          <a:xfrm>
            <a:off x="3611088" y="2196601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0E525DB-1EE9-8E1F-19DA-6D331B90D846}"/>
              </a:ext>
            </a:extLst>
          </p:cNvPr>
          <p:cNvSpPr/>
          <p:nvPr/>
        </p:nvSpPr>
        <p:spPr>
          <a:xfrm>
            <a:off x="4625324" y="2196601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22A6C80-41B7-50D0-A9DF-443F9580849C}"/>
              </a:ext>
            </a:extLst>
          </p:cNvPr>
          <p:cNvSpPr/>
          <p:nvPr/>
        </p:nvSpPr>
        <p:spPr>
          <a:xfrm>
            <a:off x="6198017" y="1659211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AF93974-76CC-53D8-B8AE-3FBDBF3FFC3D}"/>
              </a:ext>
            </a:extLst>
          </p:cNvPr>
          <p:cNvSpPr/>
          <p:nvPr/>
        </p:nvSpPr>
        <p:spPr>
          <a:xfrm>
            <a:off x="7212253" y="1659211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7A31C8B-93AA-4ECD-7949-129324607976}"/>
              </a:ext>
            </a:extLst>
          </p:cNvPr>
          <p:cNvSpPr/>
          <p:nvPr/>
        </p:nvSpPr>
        <p:spPr>
          <a:xfrm>
            <a:off x="6198017" y="2198579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8683EA8-BA9C-7A79-6467-203CE3E396BF}"/>
              </a:ext>
            </a:extLst>
          </p:cNvPr>
          <p:cNvSpPr/>
          <p:nvPr/>
        </p:nvSpPr>
        <p:spPr>
          <a:xfrm>
            <a:off x="7212253" y="2198579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6BCEF69-41D0-15AB-8D14-F889218C81B8}"/>
              </a:ext>
            </a:extLst>
          </p:cNvPr>
          <p:cNvSpPr/>
          <p:nvPr/>
        </p:nvSpPr>
        <p:spPr>
          <a:xfrm>
            <a:off x="8850976" y="1657233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B003784-0105-3243-E45C-3B07342020C9}"/>
              </a:ext>
            </a:extLst>
          </p:cNvPr>
          <p:cNvSpPr/>
          <p:nvPr/>
        </p:nvSpPr>
        <p:spPr>
          <a:xfrm>
            <a:off x="9865212" y="1657233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66F4904-146B-0C48-466A-529B22D17EAD}"/>
              </a:ext>
            </a:extLst>
          </p:cNvPr>
          <p:cNvSpPr/>
          <p:nvPr/>
        </p:nvSpPr>
        <p:spPr>
          <a:xfrm>
            <a:off x="8850976" y="2196601"/>
            <a:ext cx="1032642" cy="3955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Model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6A2721E-969B-250E-B092-639B52866E1E}"/>
              </a:ext>
            </a:extLst>
          </p:cNvPr>
          <p:cNvSpPr/>
          <p:nvPr/>
        </p:nvSpPr>
        <p:spPr>
          <a:xfrm>
            <a:off x="9865212" y="2196601"/>
            <a:ext cx="1032642" cy="3955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6596E"/>
                </a:solidFill>
              </a:rPr>
              <a:t>Data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B48A4CB-23A5-CCB2-8378-81CE4E53D4BB}"/>
              </a:ext>
            </a:extLst>
          </p:cNvPr>
          <p:cNvCxnSpPr>
            <a:cxnSpLocks/>
          </p:cNvCxnSpPr>
          <p:nvPr/>
        </p:nvCxnSpPr>
        <p:spPr>
          <a:xfrm>
            <a:off x="3253215" y="1690688"/>
            <a:ext cx="0" cy="90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A935D5B-CE77-5550-C315-4BBC797E9D74}"/>
              </a:ext>
            </a:extLst>
          </p:cNvPr>
          <p:cNvSpPr txBox="1"/>
          <p:nvPr/>
        </p:nvSpPr>
        <p:spPr>
          <a:xfrm rot="16200000">
            <a:off x="2882873" y="2016381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46596E"/>
                </a:solidFill>
                <a:latin typeface="Georgia" panose="02040502050405020303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393943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55</Words>
  <Application>Microsoft Macintosh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Task Parallelism</vt:lpstr>
      <vt:lpstr>Data Parallelism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Shahbaz Chaudhary</dc:creator>
  <cp:lastModifiedBy>Shahbaz Chaudhary</cp:lastModifiedBy>
  <cp:revision>2</cp:revision>
  <dcterms:created xsi:type="dcterms:W3CDTF">2026-03-13T02:36:13Z</dcterms:created>
  <dcterms:modified xsi:type="dcterms:W3CDTF">2026-03-13T04:51:45Z</dcterms:modified>
</cp:coreProperties>
</file>